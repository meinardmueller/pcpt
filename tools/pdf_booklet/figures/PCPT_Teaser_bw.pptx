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72" r:id="rId2"/>
    <p:sldId id="371" r:id="rId3"/>
    <p:sldId id="373" r:id="rId4"/>
    <p:sldId id="374" r:id="rId5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B"/>
    <a:srgbClr val="FFFFCC"/>
    <a:srgbClr val="FFFFFF"/>
    <a:srgbClr val="F10000"/>
    <a:srgbClr val="FFFFC8"/>
    <a:srgbClr val="C8C8FF"/>
    <a:srgbClr val="FFC8C8"/>
    <a:srgbClr val="C8FFC8"/>
    <a:srgbClr val="FFFFE6"/>
    <a:srgbClr val="FF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3" autoAdjust="0"/>
    <p:restoredTop sz="93252" autoAdjust="0"/>
  </p:normalViewPr>
  <p:slideViewPr>
    <p:cSldViewPr snapToGrid="0">
      <p:cViewPr varScale="1">
        <p:scale>
          <a:sx n="77" d="100"/>
          <a:sy n="77" d="100"/>
        </p:scale>
        <p:origin x="12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A1D59377-C4FE-407B-9A1C-20481F442A76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A08268DE-52ED-4961-B119-7F9FC17A2BC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76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8268DE-52ED-4961-B119-7F9FC17A2BC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6277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8268DE-52ED-4961-B119-7F9FC17A2BC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279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8268DE-52ED-4961-B119-7F9FC17A2BC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6948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8268DE-52ED-4961-B119-7F9FC17A2BC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2798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953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123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858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923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227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8090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8524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846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5277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28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77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C4DA7-2194-4D0A-895F-5BE9B96EA1A3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E62FD-6BEE-4333-86AB-78131C1D45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253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3F1797-B99C-CB43-F683-81B33BD04C0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FFE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300287" y="1738312"/>
            <a:ext cx="75914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4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F56BF-0029-E788-2D98-CDCE8E894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287" y="1738312"/>
            <a:ext cx="75914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7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612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968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</Words>
  <Application>Microsoft Office PowerPoint</Application>
  <PresentationFormat>Widescreen</PresentationFormat>
  <Paragraphs>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Yigitcan Oezer</dc:creator>
  <cp:lastModifiedBy>Meinard Müller</cp:lastModifiedBy>
  <cp:revision>291</cp:revision>
  <cp:lastPrinted>2024-06-17T15:52:25Z</cp:lastPrinted>
  <dcterms:created xsi:type="dcterms:W3CDTF">2022-01-27T16:48:31Z</dcterms:created>
  <dcterms:modified xsi:type="dcterms:W3CDTF">2025-11-14T07:48:20Z</dcterms:modified>
</cp:coreProperties>
</file>