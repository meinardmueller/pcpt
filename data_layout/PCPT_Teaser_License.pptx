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4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0000FF"/>
    <a:srgbClr val="FFFFFF"/>
    <a:srgbClr val="ECF3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586"/>
  </p:normalViewPr>
  <p:slideViewPr>
    <p:cSldViewPr snapToGrid="0">
      <p:cViewPr varScale="1">
        <p:scale>
          <a:sx n="88" d="100"/>
          <a:sy n="88" d="100"/>
        </p:scale>
        <p:origin x="120" y="31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047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295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557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344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52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01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853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569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66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407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434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DF922-1DF1-4D42-AA74-D213C3C268B0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08042-4F56-4D83-8BBB-4012AFA6C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521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 descr="publish.UP Hom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42">
            <a:extLst>
              <a:ext uri="{FF2B5EF4-FFF2-40B4-BE49-F238E27FC236}">
                <a16:creationId xmlns:a16="http://schemas.microsoft.com/office/drawing/2014/main" id="{469AFBFB-0858-4946-B355-B361D9A6F860}"/>
              </a:ext>
            </a:extLst>
          </p:cNvPr>
          <p:cNvSpPr/>
          <p:nvPr/>
        </p:nvSpPr>
        <p:spPr>
          <a:xfrm>
            <a:off x="257196" y="2577469"/>
            <a:ext cx="11643135" cy="661359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69AFBFB-0858-4946-B355-B361D9A6F860}"/>
              </a:ext>
            </a:extLst>
          </p:cNvPr>
          <p:cNvSpPr/>
          <p:nvPr/>
        </p:nvSpPr>
        <p:spPr>
          <a:xfrm>
            <a:off x="257196" y="1299732"/>
            <a:ext cx="11643135" cy="661359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70FFAF39-9165-AF40-BEF7-7684AA11B908}"/>
              </a:ext>
            </a:extLst>
          </p:cNvPr>
          <p:cNvSpPr/>
          <p:nvPr/>
        </p:nvSpPr>
        <p:spPr>
          <a:xfrm>
            <a:off x="1996457" y="1622975"/>
            <a:ext cx="414357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n-NO" sz="1400" dirty="0">
                <a:latin typeface="Arial" panose="020B0604020202020204" pitchFamily="34" charset="0"/>
                <a:cs typeface="Arial" panose="020B0604020202020204" pitchFamily="34" charset="0"/>
              </a:rPr>
              <a:t>Meinard Müller, Johannes Zeitler, Sebastian Strahl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8F9E5370-541C-C148-8676-46EEC109C970}"/>
              </a:ext>
            </a:extLst>
          </p:cNvPr>
          <p:cNvSpPr/>
          <p:nvPr/>
        </p:nvSpPr>
        <p:spPr>
          <a:xfrm>
            <a:off x="1827765" y="1381647"/>
            <a:ext cx="396888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reparation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ourse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orch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Notebooks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1" name="Picture 8" descr="File:Copyright.svg - Wikimedia Commons">
            <a:extLst>
              <a:ext uri="{FF2B5EF4-FFF2-40B4-BE49-F238E27FC236}">
                <a16:creationId xmlns:a16="http://schemas.microsoft.com/office/drawing/2014/main" id="{43821396-F718-4E46-A43A-B9419B50A5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3351" y="1691139"/>
            <a:ext cx="154791" cy="15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0">
            <a:extLst>
              <a:ext uri="{FF2B5EF4-FFF2-40B4-BE49-F238E27FC236}">
                <a16:creationId xmlns:a16="http://schemas.microsoft.com/office/drawing/2014/main" id="{849912A9-3032-4848-8A21-0A3D5EA21737}"/>
              </a:ext>
            </a:extLst>
          </p:cNvPr>
          <p:cNvSpPr/>
          <p:nvPr/>
        </p:nvSpPr>
        <p:spPr>
          <a:xfrm>
            <a:off x="268570" y="1279694"/>
            <a:ext cx="155042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PCPT</a:t>
            </a:r>
          </a:p>
        </p:txBody>
      </p:sp>
      <p:sp>
        <p:nvSpPr>
          <p:cNvPr id="16" name="Rectangle 33">
            <a:extLst>
              <a:ext uri="{FF2B5EF4-FFF2-40B4-BE49-F238E27FC236}">
                <a16:creationId xmlns:a16="http://schemas.microsoft.com/office/drawing/2014/main" id="{70FFAF39-9165-AF40-BEF7-7684AA11B908}"/>
              </a:ext>
            </a:extLst>
          </p:cNvPr>
          <p:cNvSpPr/>
          <p:nvPr/>
        </p:nvSpPr>
        <p:spPr>
          <a:xfrm>
            <a:off x="1254243" y="2904745"/>
            <a:ext cx="414357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n-NO" sz="1400" dirty="0">
                <a:latin typeface="Arial" panose="020B0604020202020204" pitchFamily="34" charset="0"/>
                <a:cs typeface="Arial" panose="020B0604020202020204" pitchFamily="34" charset="0"/>
              </a:rPr>
              <a:t>Meinard Müller, Johannes Zeitler, Sebastian Strahl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8" descr="File:Copyright.svg - Wikimedia Commons">
            <a:extLst>
              <a:ext uri="{FF2B5EF4-FFF2-40B4-BE49-F238E27FC236}">
                <a16:creationId xmlns:a16="http://schemas.microsoft.com/office/drawing/2014/main" id="{43821396-F718-4E46-A43A-B9419B50A5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137" y="2985609"/>
            <a:ext cx="154791" cy="15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39">
            <a:extLst>
              <a:ext uri="{FF2B5EF4-FFF2-40B4-BE49-F238E27FC236}">
                <a16:creationId xmlns:a16="http://schemas.microsoft.com/office/drawing/2014/main" id="{1B849F2F-E5B3-0742-80AE-A307ADB29515}"/>
              </a:ext>
            </a:extLst>
          </p:cNvPr>
          <p:cNvSpPr/>
          <p:nvPr/>
        </p:nvSpPr>
        <p:spPr>
          <a:xfrm>
            <a:off x="1032335" y="2641252"/>
            <a:ext cx="476431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The PCPT Notebooks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licensed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under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MIT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License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Picture 4" descr="The Symbol">
            <a:extLst>
              <a:ext uri="{FF2B5EF4-FFF2-40B4-BE49-F238E27FC236}">
                <a16:creationId xmlns:a16="http://schemas.microsoft.com/office/drawing/2014/main" id="{EE8840B7-5B5C-7845-BF17-39C46FD10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425" y="2643070"/>
            <a:ext cx="575595" cy="690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37825" y="1395574"/>
            <a:ext cx="3331048" cy="519643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36114" y="2650525"/>
            <a:ext cx="3331048" cy="519643"/>
          </a:xfrm>
          <a:prstGeom prst="rect">
            <a:avLst/>
          </a:prstGeom>
        </p:spPr>
      </p:pic>
      <p:pic>
        <p:nvPicPr>
          <p:cNvPr id="25" name="Picture 6" descr="International Audio Laboratories Erlangen · GitHub">
            <a:extLst>
              <a:ext uri="{FF2B5EF4-FFF2-40B4-BE49-F238E27FC236}">
                <a16:creationId xmlns:a16="http://schemas.microsoft.com/office/drawing/2014/main" id="{44BBA483-8C9E-D144-BA83-192E44EA1A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13" b="22664"/>
          <a:stretch/>
        </p:blipFill>
        <p:spPr bwMode="auto">
          <a:xfrm>
            <a:off x="7363934" y="2609636"/>
            <a:ext cx="1059890" cy="595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 descr="International Audio Laboratories Erlangen · GitHub">
            <a:extLst>
              <a:ext uri="{FF2B5EF4-FFF2-40B4-BE49-F238E27FC236}">
                <a16:creationId xmlns:a16="http://schemas.microsoft.com/office/drawing/2014/main" id="{44BBA483-8C9E-D144-BA83-192E44EA1A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13" b="22664"/>
          <a:stretch/>
        </p:blipFill>
        <p:spPr bwMode="auto">
          <a:xfrm>
            <a:off x="7363934" y="1344204"/>
            <a:ext cx="1059890" cy="595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6615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 descr="publish.UP Hom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877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 descr="publish.UP Hom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812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Meinard Müller</dc:creator>
  <cp:lastModifiedBy>Meinard Müller</cp:lastModifiedBy>
  <cp:revision>31</cp:revision>
  <dcterms:created xsi:type="dcterms:W3CDTF">2020-04-03T09:04:02Z</dcterms:created>
  <dcterms:modified xsi:type="dcterms:W3CDTF">2025-06-17T08:43:11Z</dcterms:modified>
</cp:coreProperties>
</file>