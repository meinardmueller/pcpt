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0000FF"/>
    <a:srgbClr val="C8C8FF"/>
    <a:srgbClr val="FFC8C8"/>
    <a:srgbClr val="FFC8FF"/>
    <a:srgbClr val="FFFFC8"/>
    <a:srgbClr val="ECF3FA"/>
    <a:srgbClr val="008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86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42D14-4BA8-4586-9C52-65480B99BBB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CC8977-7FFE-4A7A-83CF-A02E897DEE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5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4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9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4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1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6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0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3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DF922-1DF1-4D42-AA74-D213C3C268B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2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5FA2474-60FF-4578-D965-CE11132ADC7C}"/>
              </a:ext>
            </a:extLst>
          </p:cNvPr>
          <p:cNvSpPr/>
          <p:nvPr/>
        </p:nvSpPr>
        <p:spPr>
          <a:xfrm>
            <a:off x="4135395" y="1696995"/>
            <a:ext cx="4044778" cy="2825578"/>
          </a:xfrm>
          <a:prstGeom prst="rect">
            <a:avLst/>
          </a:prstGeom>
          <a:solidFill>
            <a:srgbClr val="EAEAE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120A235-EF57-37FC-7D0B-05A393A97D23}"/>
              </a:ext>
            </a:extLst>
          </p:cNvPr>
          <p:cNvSpPr txBox="1"/>
          <p:nvPr/>
        </p:nvSpPr>
        <p:spPr>
          <a:xfrm>
            <a:off x="6265598" y="1768446"/>
            <a:ext cx="1862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/>
              <a:t>Recurrent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9F502E5-2DDC-C60D-452B-673E6BCBAECF}"/>
                  </a:ext>
                </a:extLst>
              </p:cNvPr>
              <p:cNvSpPr txBox="1"/>
              <p:nvPr/>
            </p:nvSpPr>
            <p:spPr>
              <a:xfrm>
                <a:off x="3301160" y="3283954"/>
                <a:ext cx="4583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9F502E5-2DDC-C60D-452B-673E6BCBA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160" y="3283954"/>
                <a:ext cx="45839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69C9BED-482C-F705-0FC4-8F38AE8CDBA1}"/>
                  </a:ext>
                </a:extLst>
              </p:cNvPr>
              <p:cNvSpPr txBox="1"/>
              <p:nvPr/>
            </p:nvSpPr>
            <p:spPr>
              <a:xfrm>
                <a:off x="3070728" y="2246674"/>
                <a:ext cx="6908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69C9BED-482C-F705-0FC4-8F38AE8CD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728" y="2246674"/>
                <a:ext cx="69083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9716C4D-31DF-5E4A-5429-EFCED36A314A}"/>
                  </a:ext>
                </a:extLst>
              </p:cNvPr>
              <p:cNvSpPr txBox="1"/>
              <p:nvPr/>
            </p:nvSpPr>
            <p:spPr>
              <a:xfrm>
                <a:off x="8553396" y="2246674"/>
                <a:ext cx="471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9716C4D-31DF-5E4A-5429-EFCED36A3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396" y="2246674"/>
                <a:ext cx="4712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8DD7493-8B91-7948-8C71-02B8C9A2084D}"/>
                  </a:ext>
                </a:extLst>
              </p:cNvPr>
              <p:cNvSpPr txBox="1"/>
              <p:nvPr/>
            </p:nvSpPr>
            <p:spPr>
              <a:xfrm>
                <a:off x="8557403" y="3283954"/>
                <a:ext cx="4632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8DD7493-8B91-7948-8C71-02B8C9A20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403" y="3283954"/>
                <a:ext cx="463204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lipse 10">
            <a:extLst>
              <a:ext uri="{FF2B5EF4-FFF2-40B4-BE49-F238E27FC236}">
                <a16:creationId xmlns:a16="http://schemas.microsoft.com/office/drawing/2014/main" id="{7D08520C-097C-2C4A-7534-CC03E016A1DC}"/>
              </a:ext>
            </a:extLst>
          </p:cNvPr>
          <p:cNvSpPr/>
          <p:nvPr/>
        </p:nvSpPr>
        <p:spPr>
          <a:xfrm>
            <a:off x="5160971" y="3357411"/>
            <a:ext cx="222421" cy="22242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C647EC5-1FE0-7BC7-D0B0-EE21794D521B}"/>
                  </a:ext>
                </a:extLst>
              </p:cNvPr>
              <p:cNvSpPr txBox="1"/>
              <p:nvPr/>
            </p:nvSpPr>
            <p:spPr>
              <a:xfrm>
                <a:off x="4251504" y="3075950"/>
                <a:ext cx="799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C647EC5-1FE0-7BC7-D0B0-EE21794D5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504" y="3075950"/>
                <a:ext cx="7994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91A41F6-1E7B-BBBB-4C60-8B17595B550C}"/>
                  </a:ext>
                </a:extLst>
              </p:cNvPr>
              <p:cNvSpPr txBox="1"/>
              <p:nvPr/>
            </p:nvSpPr>
            <p:spPr>
              <a:xfrm>
                <a:off x="5024647" y="4097419"/>
                <a:ext cx="4950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91A41F6-1E7B-BBBB-4C60-8B17595B5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647" y="4097419"/>
                <a:ext cx="49507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07AF7C8-BA02-4959-4D27-F80B088A2807}"/>
                  </a:ext>
                </a:extLst>
              </p:cNvPr>
              <p:cNvSpPr txBox="1"/>
              <p:nvPr/>
            </p:nvSpPr>
            <p:spPr>
              <a:xfrm>
                <a:off x="7369863" y="4075490"/>
                <a:ext cx="498085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07AF7C8-BA02-4959-4D27-F80B088A2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9863" y="4075490"/>
                <a:ext cx="498085" cy="391261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EBF7203-C23D-3C0A-9A9E-EBFCF845EADD}"/>
              </a:ext>
            </a:extLst>
          </p:cNvPr>
          <p:cNvCxnSpPr>
            <a:cxnSpLocks/>
            <a:stCxn id="4" idx="3"/>
            <a:endCxn id="11" idx="2"/>
          </p:cNvCxnSpPr>
          <p:nvPr/>
        </p:nvCxnSpPr>
        <p:spPr>
          <a:xfrm>
            <a:off x="3759555" y="3468620"/>
            <a:ext cx="1401416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FFA9DBBC-5DB6-D81B-6A46-2B598962C2B7}"/>
              </a:ext>
            </a:extLst>
          </p:cNvPr>
          <p:cNvCxnSpPr>
            <a:cxnSpLocks/>
            <a:stCxn id="6" idx="3"/>
            <a:endCxn id="11" idx="0"/>
          </p:cNvCxnSpPr>
          <p:nvPr/>
        </p:nvCxnSpPr>
        <p:spPr>
          <a:xfrm>
            <a:off x="3761558" y="2431340"/>
            <a:ext cx="1510624" cy="926071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1D93175B-2F95-D170-B3A3-3EB8BCBD4700}"/>
                  </a:ext>
                </a:extLst>
              </p:cNvPr>
              <p:cNvSpPr txBox="1"/>
              <p:nvPr/>
            </p:nvSpPr>
            <p:spPr>
              <a:xfrm>
                <a:off x="4251504" y="2062008"/>
                <a:ext cx="1036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1D93175B-2F95-D170-B3A3-3EB8BCBD4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504" y="2062008"/>
                <a:ext cx="103650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2DD903E2-6090-A52A-EA0B-54D3891837DE}"/>
              </a:ext>
            </a:extLst>
          </p:cNvPr>
          <p:cNvCxnSpPr>
            <a:cxnSpLocks/>
            <a:stCxn id="13" idx="0"/>
            <a:endCxn id="11" idx="4"/>
          </p:cNvCxnSpPr>
          <p:nvPr/>
        </p:nvCxnSpPr>
        <p:spPr>
          <a:xfrm flipH="1" flipV="1">
            <a:off x="5272182" y="3579832"/>
            <a:ext cx="1" cy="51758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9AEE3931-C86C-C555-970B-18884B3CBE42}"/>
                  </a:ext>
                </a:extLst>
              </p:cNvPr>
              <p:cNvSpPr/>
              <p:nvPr/>
            </p:nvSpPr>
            <p:spPr>
              <a:xfrm>
                <a:off x="5762129" y="3283954"/>
                <a:ext cx="527902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9AEE3931-C86C-C555-970B-18884B3CBE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129" y="3283954"/>
                <a:ext cx="527902" cy="369332"/>
              </a:xfrm>
              <a:prstGeom prst="rect">
                <a:avLst/>
              </a:prstGeom>
              <a:blipFill>
                <a:blip r:embed="rId10"/>
                <a:stretch>
                  <a:fillRect b="-9524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Ellipse 30">
            <a:extLst>
              <a:ext uri="{FF2B5EF4-FFF2-40B4-BE49-F238E27FC236}">
                <a16:creationId xmlns:a16="http://schemas.microsoft.com/office/drawing/2014/main" id="{96FF1589-23B7-4204-8BBE-2F85D83B4176}"/>
              </a:ext>
            </a:extLst>
          </p:cNvPr>
          <p:cNvSpPr/>
          <p:nvPr/>
        </p:nvSpPr>
        <p:spPr>
          <a:xfrm>
            <a:off x="7507696" y="3357411"/>
            <a:ext cx="222421" cy="22242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EFE38EFD-BFA7-1CFC-0D11-2328272288E5}"/>
              </a:ext>
            </a:extLst>
          </p:cNvPr>
          <p:cNvCxnSpPr>
            <a:cxnSpLocks/>
            <a:stCxn id="11" idx="6"/>
            <a:endCxn id="30" idx="1"/>
          </p:cNvCxnSpPr>
          <p:nvPr/>
        </p:nvCxnSpPr>
        <p:spPr>
          <a:xfrm flipV="1">
            <a:off x="5383392" y="3468620"/>
            <a:ext cx="378737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8CCD01F-D200-9BD0-B2C6-5C62F26BB8FB}"/>
              </a:ext>
            </a:extLst>
          </p:cNvPr>
          <p:cNvCxnSpPr>
            <a:cxnSpLocks/>
            <a:stCxn id="30" idx="3"/>
            <a:endCxn id="31" idx="2"/>
          </p:cNvCxnSpPr>
          <p:nvPr/>
        </p:nvCxnSpPr>
        <p:spPr>
          <a:xfrm>
            <a:off x="6290031" y="3468620"/>
            <a:ext cx="1217665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E34693C6-FF83-F225-0F5B-0642A640B9E6}"/>
              </a:ext>
            </a:extLst>
          </p:cNvPr>
          <p:cNvSpPr/>
          <p:nvPr/>
        </p:nvSpPr>
        <p:spPr>
          <a:xfrm>
            <a:off x="6500318" y="3418685"/>
            <a:ext cx="99870" cy="998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Verbinder: gewinkelt 39">
            <a:extLst>
              <a:ext uri="{FF2B5EF4-FFF2-40B4-BE49-F238E27FC236}">
                <a16:creationId xmlns:a16="http://schemas.microsoft.com/office/drawing/2014/main" id="{7AFA5214-E055-A9F6-3955-83C24A120159}"/>
              </a:ext>
            </a:extLst>
          </p:cNvPr>
          <p:cNvCxnSpPr>
            <a:cxnSpLocks/>
            <a:stCxn id="39" idx="0"/>
            <a:endCxn id="7" idx="1"/>
          </p:cNvCxnSpPr>
          <p:nvPr/>
        </p:nvCxnSpPr>
        <p:spPr>
          <a:xfrm rot="5400000" flipH="1" flipV="1">
            <a:off x="7058152" y="1923442"/>
            <a:ext cx="987345" cy="2003143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843998F0-0F4C-0F6D-703F-3F100478B9B7}"/>
              </a:ext>
            </a:extLst>
          </p:cNvPr>
          <p:cNvCxnSpPr>
            <a:cxnSpLocks/>
            <a:stCxn id="14" idx="0"/>
            <a:endCxn id="31" idx="4"/>
          </p:cNvCxnSpPr>
          <p:nvPr/>
        </p:nvCxnSpPr>
        <p:spPr>
          <a:xfrm flipV="1">
            <a:off x="7618906" y="3579832"/>
            <a:ext cx="1" cy="49565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A41DA7B4-150A-E3B4-41F8-BF7CA7620BA7}"/>
              </a:ext>
            </a:extLst>
          </p:cNvPr>
          <p:cNvCxnSpPr>
            <a:cxnSpLocks/>
            <a:stCxn id="31" idx="6"/>
            <a:endCxn id="8" idx="1"/>
          </p:cNvCxnSpPr>
          <p:nvPr/>
        </p:nvCxnSpPr>
        <p:spPr>
          <a:xfrm flipV="1">
            <a:off x="7730117" y="3468620"/>
            <a:ext cx="827286" cy="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D8C1E8A3-627B-333F-5ABA-835620634462}"/>
                  </a:ext>
                </a:extLst>
              </p:cNvPr>
              <p:cNvSpPr txBox="1"/>
              <p:nvPr/>
            </p:nvSpPr>
            <p:spPr>
              <a:xfrm>
                <a:off x="6668768" y="3075950"/>
                <a:ext cx="819904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D8C1E8A3-627B-333F-5ABA-835620634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768" y="3075950"/>
                <a:ext cx="819904" cy="391261"/>
              </a:xfrm>
              <a:prstGeom prst="rect">
                <a:avLst/>
              </a:prstGeom>
              <a:blipFill>
                <a:blip r:embed="rId11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Verbinder: gewinkelt 54">
            <a:extLst>
              <a:ext uri="{FF2B5EF4-FFF2-40B4-BE49-F238E27FC236}">
                <a16:creationId xmlns:a16="http://schemas.microsoft.com/office/drawing/2014/main" id="{FAF8A7F9-BBAA-ED96-5607-54DE38613550}"/>
              </a:ext>
            </a:extLst>
          </p:cNvPr>
          <p:cNvCxnSpPr>
            <a:stCxn id="7" idx="3"/>
            <a:endCxn id="6" idx="1"/>
          </p:cNvCxnSpPr>
          <p:nvPr/>
        </p:nvCxnSpPr>
        <p:spPr>
          <a:xfrm flipH="1">
            <a:off x="3070728" y="2431340"/>
            <a:ext cx="5953886" cy="12700"/>
          </a:xfrm>
          <a:prstGeom prst="bentConnector5">
            <a:avLst>
              <a:gd name="adj1" fmla="val -4315"/>
              <a:gd name="adj2" fmla="val -10477898"/>
              <a:gd name="adj3" fmla="val 105265"/>
            </a:avLst>
          </a:prstGeom>
          <a:ln w="28575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384C10C7-15FC-A8ED-07FE-2F4E50C38190}"/>
                  </a:ext>
                </a:extLst>
              </p:cNvPr>
              <p:cNvSpPr txBox="1"/>
              <p:nvPr/>
            </p:nvSpPr>
            <p:spPr>
              <a:xfrm>
                <a:off x="5517123" y="712216"/>
                <a:ext cx="11577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384C10C7-15FC-A8ED-07FE-2F4E50C38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123" y="712216"/>
                <a:ext cx="115775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B543AC4-C676-9544-D74E-E4BBE05E8ACD}"/>
                  </a:ext>
                </a:extLst>
              </p:cNvPr>
              <p:cNvSpPr txBox="1"/>
              <p:nvPr/>
            </p:nvSpPr>
            <p:spPr>
              <a:xfrm>
                <a:off x="6355353" y="3534887"/>
                <a:ext cx="471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B543AC4-C676-9544-D74E-E4BBE05E8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353" y="3534887"/>
                <a:ext cx="47121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900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Breitbild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Cambria Math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Meinard Müller</dc:creator>
  <cp:lastModifiedBy>Strahl, Sebastian</cp:lastModifiedBy>
  <cp:revision>41</cp:revision>
  <dcterms:created xsi:type="dcterms:W3CDTF">2020-04-03T09:04:02Z</dcterms:created>
  <dcterms:modified xsi:type="dcterms:W3CDTF">2025-10-23T10:20:06Z</dcterms:modified>
</cp:coreProperties>
</file>