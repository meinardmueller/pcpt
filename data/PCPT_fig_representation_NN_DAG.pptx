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0000FF"/>
    <a:srgbClr val="FFC8FF"/>
    <a:srgbClr val="FFC8C8"/>
    <a:srgbClr val="C8C8FF"/>
    <a:srgbClr val="FFFFC8"/>
    <a:srgbClr val="ECF3FA"/>
    <a:srgbClr val="008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586"/>
  </p:normalViewPr>
  <p:slideViewPr>
    <p:cSldViewPr snapToGrid="0">
      <p:cViewPr varScale="1">
        <p:scale>
          <a:sx n="91" d="100"/>
          <a:sy n="91" d="100"/>
        </p:scale>
        <p:origin x="35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4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295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57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4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52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01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853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569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66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07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434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DF922-1DF1-4D42-AA74-D213C3C268B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52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publish.UP Hom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Oval 1"/>
          <p:cNvSpPr>
            <a:spLocks noChangeAspect="1"/>
          </p:cNvSpPr>
          <p:nvPr/>
        </p:nvSpPr>
        <p:spPr>
          <a:xfrm>
            <a:off x="6736541" y="1778327"/>
            <a:ext cx="746930" cy="74693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918602" y="1924394"/>
                <a:ext cx="44719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8602" y="1924394"/>
                <a:ext cx="447192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/>
          <p:cNvSpPr>
            <a:spLocks noChangeAspect="1"/>
          </p:cNvSpPr>
          <p:nvPr/>
        </p:nvSpPr>
        <p:spPr>
          <a:xfrm>
            <a:off x="6744561" y="2917302"/>
            <a:ext cx="746930" cy="74693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6806302" y="3027273"/>
                <a:ext cx="67775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6302" y="3027273"/>
                <a:ext cx="677754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/>
          <p:cNvSpPr>
            <a:spLocks noChangeAspect="1"/>
          </p:cNvSpPr>
          <p:nvPr/>
        </p:nvSpPr>
        <p:spPr>
          <a:xfrm>
            <a:off x="6740548" y="4056282"/>
            <a:ext cx="746930" cy="74693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6802290" y="4166253"/>
                <a:ext cx="66900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290" y="4166253"/>
                <a:ext cx="669008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/>
          <p:cNvSpPr>
            <a:spLocks noChangeAspect="1"/>
          </p:cNvSpPr>
          <p:nvPr/>
        </p:nvSpPr>
        <p:spPr>
          <a:xfrm>
            <a:off x="8997512" y="2917302"/>
            <a:ext cx="746930" cy="74693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9171549" y="3027273"/>
                <a:ext cx="42440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𝑧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549" y="3027273"/>
                <a:ext cx="42440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>
            <a:stCxn id="2" idx="6"/>
            <a:endCxn id="23" idx="1"/>
          </p:cNvCxnSpPr>
          <p:nvPr/>
        </p:nvCxnSpPr>
        <p:spPr>
          <a:xfrm>
            <a:off x="7483471" y="2151792"/>
            <a:ext cx="1623426" cy="874895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7" idx="6"/>
            <a:endCxn id="23" idx="3"/>
          </p:cNvCxnSpPr>
          <p:nvPr/>
        </p:nvCxnSpPr>
        <p:spPr>
          <a:xfrm flipV="1">
            <a:off x="7487478" y="3554847"/>
            <a:ext cx="1619419" cy="87490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3" idx="6"/>
            <a:endCxn id="23" idx="2"/>
          </p:cNvCxnSpPr>
          <p:nvPr/>
        </p:nvCxnSpPr>
        <p:spPr>
          <a:xfrm>
            <a:off x="7491491" y="3290767"/>
            <a:ext cx="1506021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7895143" y="2795585"/>
                <a:ext cx="67775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5143" y="2795585"/>
                <a:ext cx="677754" cy="461665"/>
              </a:xfrm>
              <a:prstGeom prst="rect">
                <a:avLst/>
              </a:prstGeom>
              <a:blipFill>
                <a:blip r:embed="rId6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7891131" y="3453299"/>
                <a:ext cx="66900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131" y="3453299"/>
                <a:ext cx="669008" cy="461665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7903165" y="2033585"/>
                <a:ext cx="67775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165" y="2033585"/>
                <a:ext cx="677754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Oval 53"/>
          <p:cNvSpPr>
            <a:spLocks noChangeAspect="1"/>
          </p:cNvSpPr>
          <p:nvPr/>
        </p:nvSpPr>
        <p:spPr>
          <a:xfrm>
            <a:off x="952443" y="1774315"/>
            <a:ext cx="746930" cy="74693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/>
              <p:cNvSpPr/>
              <p:nvPr/>
            </p:nvSpPr>
            <p:spPr>
              <a:xfrm>
                <a:off x="1134504" y="1920382"/>
                <a:ext cx="44719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5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504" y="1920382"/>
                <a:ext cx="447192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Oval 55"/>
          <p:cNvSpPr>
            <a:spLocks noChangeAspect="1"/>
          </p:cNvSpPr>
          <p:nvPr/>
        </p:nvSpPr>
        <p:spPr>
          <a:xfrm>
            <a:off x="960463" y="2913290"/>
            <a:ext cx="746930" cy="74693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/>
              <p:cNvSpPr/>
              <p:nvPr/>
            </p:nvSpPr>
            <p:spPr>
              <a:xfrm>
                <a:off x="1034236" y="3023261"/>
                <a:ext cx="67775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7" name="Rectangle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236" y="3023261"/>
                <a:ext cx="677754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Oval 57"/>
          <p:cNvSpPr>
            <a:spLocks noChangeAspect="1"/>
          </p:cNvSpPr>
          <p:nvPr/>
        </p:nvSpPr>
        <p:spPr>
          <a:xfrm>
            <a:off x="956450" y="4052270"/>
            <a:ext cx="746930" cy="74693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/>
              <p:cNvSpPr/>
              <p:nvPr/>
            </p:nvSpPr>
            <p:spPr>
              <a:xfrm>
                <a:off x="1030224" y="4162241"/>
                <a:ext cx="66900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224" y="4162241"/>
                <a:ext cx="669008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Oval 59"/>
          <p:cNvSpPr>
            <a:spLocks noChangeAspect="1"/>
          </p:cNvSpPr>
          <p:nvPr/>
        </p:nvSpPr>
        <p:spPr>
          <a:xfrm>
            <a:off x="3213414" y="2913290"/>
            <a:ext cx="746930" cy="74693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/>
              <p:cNvSpPr/>
              <p:nvPr/>
            </p:nvSpPr>
            <p:spPr>
              <a:xfrm>
                <a:off x="3387451" y="3023261"/>
                <a:ext cx="42440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𝑧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1" name="Rectangle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7451" y="3023261"/>
                <a:ext cx="424409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/>
          <p:cNvCxnSpPr>
            <a:stCxn id="54" idx="6"/>
            <a:endCxn id="60" idx="1"/>
          </p:cNvCxnSpPr>
          <p:nvPr/>
        </p:nvCxnSpPr>
        <p:spPr>
          <a:xfrm>
            <a:off x="1699373" y="2147780"/>
            <a:ext cx="1623426" cy="874895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58" idx="6"/>
            <a:endCxn id="60" idx="3"/>
          </p:cNvCxnSpPr>
          <p:nvPr/>
        </p:nvCxnSpPr>
        <p:spPr>
          <a:xfrm flipV="1">
            <a:off x="1703380" y="3550835"/>
            <a:ext cx="1619419" cy="87490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56" idx="6"/>
            <a:endCxn id="60" idx="2"/>
          </p:cNvCxnSpPr>
          <p:nvPr/>
        </p:nvCxnSpPr>
        <p:spPr>
          <a:xfrm>
            <a:off x="1707393" y="3286755"/>
            <a:ext cx="1506021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/>
              <p:cNvSpPr/>
              <p:nvPr/>
            </p:nvSpPr>
            <p:spPr>
              <a:xfrm>
                <a:off x="2111045" y="2791573"/>
                <a:ext cx="67775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5" name="Rectangle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045" y="2791573"/>
                <a:ext cx="677754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/>
              <p:cNvSpPr/>
              <p:nvPr/>
            </p:nvSpPr>
            <p:spPr>
              <a:xfrm>
                <a:off x="2107033" y="3449287"/>
                <a:ext cx="66900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6" name="Rectangle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033" y="3449287"/>
                <a:ext cx="669008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/>
              <p:cNvSpPr/>
              <p:nvPr/>
            </p:nvSpPr>
            <p:spPr>
              <a:xfrm>
                <a:off x="2119067" y="2029573"/>
                <a:ext cx="67775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7" name="Rectangle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067" y="2029573"/>
                <a:ext cx="677754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/>
          <p:cNvSpPr txBox="1"/>
          <p:nvPr/>
        </p:nvSpPr>
        <p:spPr>
          <a:xfrm>
            <a:off x="910879" y="1008397"/>
            <a:ext cx="35397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Neural network structure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94977" y="1008397"/>
            <a:ext cx="3368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Representation of DAG</a:t>
            </a:r>
          </a:p>
        </p:txBody>
      </p:sp>
    </p:spTree>
    <p:extLst>
      <p:ext uri="{BB962C8B-B14F-4D97-AF65-F5344CB8AC3E}">
        <p14:creationId xmlns:p14="http://schemas.microsoft.com/office/powerpoint/2010/main" val="579702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Meinard Müller</dc:creator>
  <cp:lastModifiedBy>Meinard Müller</cp:lastModifiedBy>
  <cp:revision>36</cp:revision>
  <dcterms:created xsi:type="dcterms:W3CDTF">2020-04-03T09:04:02Z</dcterms:created>
  <dcterms:modified xsi:type="dcterms:W3CDTF">2025-08-19T09:31:47Z</dcterms:modified>
</cp:coreProperties>
</file>