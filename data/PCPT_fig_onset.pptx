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4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C8C8FF"/>
    <a:srgbClr val="FFC8C8"/>
    <a:srgbClr val="EAEAEA"/>
    <a:srgbClr val="FFC8FF"/>
    <a:srgbClr val="FFFFC8"/>
    <a:srgbClr val="ECF3FA"/>
    <a:srgbClr val="0080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08"/>
    <p:restoredTop sz="94586"/>
  </p:normalViewPr>
  <p:slideViewPr>
    <p:cSldViewPr snapToGrid="0">
      <p:cViewPr varScale="1">
        <p:scale>
          <a:sx n="91" d="100"/>
          <a:sy n="91" d="100"/>
        </p:scale>
        <p:origin x="354" y="11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DF922-1DF1-4D42-AA74-D213C3C268B0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08042-4F56-4D83-8BBB-4012AFA6CD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00472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DF922-1DF1-4D42-AA74-D213C3C268B0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08042-4F56-4D83-8BBB-4012AFA6CD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82954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DF922-1DF1-4D42-AA74-D213C3C268B0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08042-4F56-4D83-8BBB-4012AFA6CD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5576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DF922-1DF1-4D42-AA74-D213C3C268B0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08042-4F56-4D83-8BBB-4012AFA6CD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83441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DF922-1DF1-4D42-AA74-D213C3C268B0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08042-4F56-4D83-8BBB-4012AFA6CD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1521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DF922-1DF1-4D42-AA74-D213C3C268B0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08042-4F56-4D83-8BBB-4012AFA6CD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0111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DF922-1DF1-4D42-AA74-D213C3C268B0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08042-4F56-4D83-8BBB-4012AFA6CD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68533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DF922-1DF1-4D42-AA74-D213C3C268B0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08042-4F56-4D83-8BBB-4012AFA6CD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75695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DF922-1DF1-4D42-AA74-D213C3C268B0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08042-4F56-4D83-8BBB-4012AFA6CD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1664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DF922-1DF1-4D42-AA74-D213C3C268B0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08042-4F56-4D83-8BBB-4012AFA6CD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4071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DF922-1DF1-4D42-AA74-D213C3C268B0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08042-4F56-4D83-8BBB-4012AFA6CD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4348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3DF922-1DF1-4D42-AA74-D213C3C268B0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908042-4F56-4D83-8BBB-4012AFA6CD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65215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2" descr="publish.UP Hom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Freeform 5">
            <a:extLst>
              <a:ext uri="{FF2B5EF4-FFF2-40B4-BE49-F238E27FC236}">
                <a16:creationId xmlns:a16="http://schemas.microsoft.com/office/drawing/2014/main" id="{C4E93AE1-8060-1D59-DBEB-C3EFBFF22E3E}"/>
              </a:ext>
            </a:extLst>
          </p:cNvPr>
          <p:cNvSpPr/>
          <p:nvPr/>
        </p:nvSpPr>
        <p:spPr bwMode="auto">
          <a:xfrm>
            <a:off x="7054985" y="2632610"/>
            <a:ext cx="2579188" cy="1349829"/>
          </a:xfrm>
          <a:custGeom>
            <a:avLst/>
            <a:gdLst>
              <a:gd name="connsiteX0" fmla="*/ 0 w 1973943"/>
              <a:gd name="connsiteY0" fmla="*/ 1363579 h 1493466"/>
              <a:gd name="connsiteX1" fmla="*/ 595086 w 1973943"/>
              <a:gd name="connsiteY1" fmla="*/ 1363579 h 1493466"/>
              <a:gd name="connsiteX2" fmla="*/ 885372 w 1973943"/>
              <a:gd name="connsiteY2" fmla="*/ 13750 h 1493466"/>
              <a:gd name="connsiteX3" fmla="*/ 1161143 w 1973943"/>
              <a:gd name="connsiteY3" fmla="*/ 681407 h 1493466"/>
              <a:gd name="connsiteX4" fmla="*/ 1320800 w 1973943"/>
              <a:gd name="connsiteY4" fmla="*/ 957179 h 1493466"/>
              <a:gd name="connsiteX5" fmla="*/ 1465943 w 1973943"/>
              <a:gd name="connsiteY5" fmla="*/ 1145864 h 1493466"/>
              <a:gd name="connsiteX6" fmla="*/ 1582057 w 1973943"/>
              <a:gd name="connsiteY6" fmla="*/ 1291007 h 1493466"/>
              <a:gd name="connsiteX7" fmla="*/ 1973943 w 1973943"/>
              <a:gd name="connsiteY7" fmla="*/ 1421636 h 1493466"/>
              <a:gd name="connsiteX0" fmla="*/ 0 w 1973943"/>
              <a:gd name="connsiteY0" fmla="*/ 1363579 h 1421636"/>
              <a:gd name="connsiteX1" fmla="*/ 595086 w 1973943"/>
              <a:gd name="connsiteY1" fmla="*/ 1363579 h 1421636"/>
              <a:gd name="connsiteX2" fmla="*/ 885372 w 1973943"/>
              <a:gd name="connsiteY2" fmla="*/ 13750 h 1421636"/>
              <a:gd name="connsiteX3" fmla="*/ 1161143 w 1973943"/>
              <a:gd name="connsiteY3" fmla="*/ 681407 h 1421636"/>
              <a:gd name="connsiteX4" fmla="*/ 1320800 w 1973943"/>
              <a:gd name="connsiteY4" fmla="*/ 957179 h 1421636"/>
              <a:gd name="connsiteX5" fmla="*/ 1465943 w 1973943"/>
              <a:gd name="connsiteY5" fmla="*/ 1145864 h 1421636"/>
              <a:gd name="connsiteX6" fmla="*/ 1582057 w 1973943"/>
              <a:gd name="connsiteY6" fmla="*/ 1291007 h 1421636"/>
              <a:gd name="connsiteX7" fmla="*/ 1973943 w 1973943"/>
              <a:gd name="connsiteY7" fmla="*/ 1421636 h 1421636"/>
              <a:gd name="connsiteX0" fmla="*/ 0 w 1973943"/>
              <a:gd name="connsiteY0" fmla="*/ 1363579 h 1421636"/>
              <a:gd name="connsiteX1" fmla="*/ 595086 w 1973943"/>
              <a:gd name="connsiteY1" fmla="*/ 1363579 h 1421636"/>
              <a:gd name="connsiteX2" fmla="*/ 885372 w 1973943"/>
              <a:gd name="connsiteY2" fmla="*/ 13750 h 1421636"/>
              <a:gd name="connsiteX3" fmla="*/ 1161143 w 1973943"/>
              <a:gd name="connsiteY3" fmla="*/ 681407 h 1421636"/>
              <a:gd name="connsiteX4" fmla="*/ 1320800 w 1973943"/>
              <a:gd name="connsiteY4" fmla="*/ 957179 h 1421636"/>
              <a:gd name="connsiteX5" fmla="*/ 1814285 w 1973943"/>
              <a:gd name="connsiteY5" fmla="*/ 1232949 h 1421636"/>
              <a:gd name="connsiteX6" fmla="*/ 1582057 w 1973943"/>
              <a:gd name="connsiteY6" fmla="*/ 1291007 h 1421636"/>
              <a:gd name="connsiteX7" fmla="*/ 1973943 w 1973943"/>
              <a:gd name="connsiteY7" fmla="*/ 1421636 h 1421636"/>
              <a:gd name="connsiteX0" fmla="*/ 0 w 1973943"/>
              <a:gd name="connsiteY0" fmla="*/ 1363490 h 1421547"/>
              <a:gd name="connsiteX1" fmla="*/ 595086 w 1973943"/>
              <a:gd name="connsiteY1" fmla="*/ 1363490 h 1421547"/>
              <a:gd name="connsiteX2" fmla="*/ 885372 w 1973943"/>
              <a:gd name="connsiteY2" fmla="*/ 13661 h 1421547"/>
              <a:gd name="connsiteX3" fmla="*/ 1161143 w 1973943"/>
              <a:gd name="connsiteY3" fmla="*/ 681318 h 1421547"/>
              <a:gd name="connsiteX4" fmla="*/ 1378857 w 1973943"/>
              <a:gd name="connsiteY4" fmla="*/ 928062 h 1421547"/>
              <a:gd name="connsiteX5" fmla="*/ 1814285 w 1973943"/>
              <a:gd name="connsiteY5" fmla="*/ 1232860 h 1421547"/>
              <a:gd name="connsiteX6" fmla="*/ 1582057 w 1973943"/>
              <a:gd name="connsiteY6" fmla="*/ 1290918 h 1421547"/>
              <a:gd name="connsiteX7" fmla="*/ 1973943 w 1973943"/>
              <a:gd name="connsiteY7" fmla="*/ 1421547 h 1421547"/>
              <a:gd name="connsiteX0" fmla="*/ 0 w 2366730"/>
              <a:gd name="connsiteY0" fmla="*/ 1363490 h 1421547"/>
              <a:gd name="connsiteX1" fmla="*/ 595086 w 2366730"/>
              <a:gd name="connsiteY1" fmla="*/ 1363490 h 1421547"/>
              <a:gd name="connsiteX2" fmla="*/ 885372 w 2366730"/>
              <a:gd name="connsiteY2" fmla="*/ 13661 h 1421547"/>
              <a:gd name="connsiteX3" fmla="*/ 1161143 w 2366730"/>
              <a:gd name="connsiteY3" fmla="*/ 681318 h 1421547"/>
              <a:gd name="connsiteX4" fmla="*/ 1378857 w 2366730"/>
              <a:gd name="connsiteY4" fmla="*/ 928062 h 1421547"/>
              <a:gd name="connsiteX5" fmla="*/ 1814285 w 2366730"/>
              <a:gd name="connsiteY5" fmla="*/ 1232860 h 1421547"/>
              <a:gd name="connsiteX6" fmla="*/ 2365828 w 2366730"/>
              <a:gd name="connsiteY6" fmla="*/ 1334461 h 1421547"/>
              <a:gd name="connsiteX7" fmla="*/ 1973943 w 2366730"/>
              <a:gd name="connsiteY7" fmla="*/ 1421547 h 1421547"/>
              <a:gd name="connsiteX0" fmla="*/ 0 w 2917371"/>
              <a:gd name="connsiteY0" fmla="*/ 1363490 h 1392518"/>
              <a:gd name="connsiteX1" fmla="*/ 595086 w 2917371"/>
              <a:gd name="connsiteY1" fmla="*/ 1363490 h 1392518"/>
              <a:gd name="connsiteX2" fmla="*/ 885372 w 2917371"/>
              <a:gd name="connsiteY2" fmla="*/ 13661 h 1392518"/>
              <a:gd name="connsiteX3" fmla="*/ 1161143 w 2917371"/>
              <a:gd name="connsiteY3" fmla="*/ 681318 h 1392518"/>
              <a:gd name="connsiteX4" fmla="*/ 1378857 w 2917371"/>
              <a:gd name="connsiteY4" fmla="*/ 928062 h 1392518"/>
              <a:gd name="connsiteX5" fmla="*/ 1814285 w 2917371"/>
              <a:gd name="connsiteY5" fmla="*/ 1232860 h 1392518"/>
              <a:gd name="connsiteX6" fmla="*/ 2365828 w 2917371"/>
              <a:gd name="connsiteY6" fmla="*/ 1334461 h 1392518"/>
              <a:gd name="connsiteX7" fmla="*/ 2917371 w 2917371"/>
              <a:gd name="connsiteY7" fmla="*/ 1392518 h 1392518"/>
              <a:gd name="connsiteX0" fmla="*/ 0 w 2975428"/>
              <a:gd name="connsiteY0" fmla="*/ 1363490 h 1363490"/>
              <a:gd name="connsiteX1" fmla="*/ 595086 w 2975428"/>
              <a:gd name="connsiteY1" fmla="*/ 1363490 h 1363490"/>
              <a:gd name="connsiteX2" fmla="*/ 885372 w 2975428"/>
              <a:gd name="connsiteY2" fmla="*/ 13661 h 1363490"/>
              <a:gd name="connsiteX3" fmla="*/ 1161143 w 2975428"/>
              <a:gd name="connsiteY3" fmla="*/ 681318 h 1363490"/>
              <a:gd name="connsiteX4" fmla="*/ 1378857 w 2975428"/>
              <a:gd name="connsiteY4" fmla="*/ 928062 h 1363490"/>
              <a:gd name="connsiteX5" fmla="*/ 1814285 w 2975428"/>
              <a:gd name="connsiteY5" fmla="*/ 1232860 h 1363490"/>
              <a:gd name="connsiteX6" fmla="*/ 2365828 w 2975428"/>
              <a:gd name="connsiteY6" fmla="*/ 1334461 h 1363490"/>
              <a:gd name="connsiteX7" fmla="*/ 2975428 w 2975428"/>
              <a:gd name="connsiteY7" fmla="*/ 1363490 h 1363490"/>
              <a:gd name="connsiteX0" fmla="*/ 0 w 2975428"/>
              <a:gd name="connsiteY0" fmla="*/ 1363490 h 1368682"/>
              <a:gd name="connsiteX1" fmla="*/ 595086 w 2975428"/>
              <a:gd name="connsiteY1" fmla="*/ 1363490 h 1368682"/>
              <a:gd name="connsiteX2" fmla="*/ 885372 w 2975428"/>
              <a:gd name="connsiteY2" fmla="*/ 13661 h 1368682"/>
              <a:gd name="connsiteX3" fmla="*/ 1161143 w 2975428"/>
              <a:gd name="connsiteY3" fmla="*/ 681318 h 1368682"/>
              <a:gd name="connsiteX4" fmla="*/ 1378857 w 2975428"/>
              <a:gd name="connsiteY4" fmla="*/ 928062 h 1368682"/>
              <a:gd name="connsiteX5" fmla="*/ 1814285 w 2975428"/>
              <a:gd name="connsiteY5" fmla="*/ 1232860 h 1368682"/>
              <a:gd name="connsiteX6" fmla="*/ 2365828 w 2975428"/>
              <a:gd name="connsiteY6" fmla="*/ 1334461 h 1368682"/>
              <a:gd name="connsiteX7" fmla="*/ 2975428 w 2975428"/>
              <a:gd name="connsiteY7" fmla="*/ 1363490 h 1368682"/>
              <a:gd name="connsiteX0" fmla="*/ 0 w 2975428"/>
              <a:gd name="connsiteY0" fmla="*/ 1363717 h 1368909"/>
              <a:gd name="connsiteX1" fmla="*/ 595086 w 2975428"/>
              <a:gd name="connsiteY1" fmla="*/ 1363717 h 1368909"/>
              <a:gd name="connsiteX2" fmla="*/ 885372 w 2975428"/>
              <a:gd name="connsiteY2" fmla="*/ 13888 h 1368909"/>
              <a:gd name="connsiteX3" fmla="*/ 1161143 w 2975428"/>
              <a:gd name="connsiteY3" fmla="*/ 681545 h 1368909"/>
              <a:gd name="connsiteX4" fmla="*/ 1422400 w 2975428"/>
              <a:gd name="connsiteY4" fmla="*/ 1000860 h 1368909"/>
              <a:gd name="connsiteX5" fmla="*/ 1814285 w 2975428"/>
              <a:gd name="connsiteY5" fmla="*/ 1233087 h 1368909"/>
              <a:gd name="connsiteX6" fmla="*/ 2365828 w 2975428"/>
              <a:gd name="connsiteY6" fmla="*/ 1334688 h 1368909"/>
              <a:gd name="connsiteX7" fmla="*/ 2975428 w 2975428"/>
              <a:gd name="connsiteY7" fmla="*/ 1363717 h 1368909"/>
              <a:gd name="connsiteX0" fmla="*/ 0 w 2975428"/>
              <a:gd name="connsiteY0" fmla="*/ 1363717 h 1368909"/>
              <a:gd name="connsiteX1" fmla="*/ 595086 w 2975428"/>
              <a:gd name="connsiteY1" fmla="*/ 1363717 h 1368909"/>
              <a:gd name="connsiteX2" fmla="*/ 885372 w 2975428"/>
              <a:gd name="connsiteY2" fmla="*/ 13888 h 1368909"/>
              <a:gd name="connsiteX3" fmla="*/ 1161143 w 2975428"/>
              <a:gd name="connsiteY3" fmla="*/ 681545 h 1368909"/>
              <a:gd name="connsiteX4" fmla="*/ 1422400 w 2975428"/>
              <a:gd name="connsiteY4" fmla="*/ 1000860 h 1368909"/>
              <a:gd name="connsiteX5" fmla="*/ 1814285 w 2975428"/>
              <a:gd name="connsiteY5" fmla="*/ 1233087 h 1368909"/>
              <a:gd name="connsiteX6" fmla="*/ 2365828 w 2975428"/>
              <a:gd name="connsiteY6" fmla="*/ 1334688 h 1368909"/>
              <a:gd name="connsiteX7" fmla="*/ 2975428 w 2975428"/>
              <a:gd name="connsiteY7" fmla="*/ 1363717 h 1368909"/>
              <a:gd name="connsiteX0" fmla="*/ 0 w 2975428"/>
              <a:gd name="connsiteY0" fmla="*/ 1349829 h 1355021"/>
              <a:gd name="connsiteX1" fmla="*/ 595086 w 2975428"/>
              <a:gd name="connsiteY1" fmla="*/ 1349829 h 1355021"/>
              <a:gd name="connsiteX2" fmla="*/ 885372 w 2975428"/>
              <a:gd name="connsiteY2" fmla="*/ 0 h 1355021"/>
              <a:gd name="connsiteX3" fmla="*/ 1161143 w 2975428"/>
              <a:gd name="connsiteY3" fmla="*/ 667657 h 1355021"/>
              <a:gd name="connsiteX4" fmla="*/ 1422400 w 2975428"/>
              <a:gd name="connsiteY4" fmla="*/ 986972 h 1355021"/>
              <a:gd name="connsiteX5" fmla="*/ 1814285 w 2975428"/>
              <a:gd name="connsiteY5" fmla="*/ 1219199 h 1355021"/>
              <a:gd name="connsiteX6" fmla="*/ 2365828 w 2975428"/>
              <a:gd name="connsiteY6" fmla="*/ 1320800 h 1355021"/>
              <a:gd name="connsiteX7" fmla="*/ 2975428 w 2975428"/>
              <a:gd name="connsiteY7" fmla="*/ 1349829 h 1355021"/>
              <a:gd name="connsiteX0" fmla="*/ 0 w 2579188"/>
              <a:gd name="connsiteY0" fmla="*/ 1349829 h 1349829"/>
              <a:gd name="connsiteX1" fmla="*/ 595086 w 2579188"/>
              <a:gd name="connsiteY1" fmla="*/ 1349829 h 1349829"/>
              <a:gd name="connsiteX2" fmla="*/ 885372 w 2579188"/>
              <a:gd name="connsiteY2" fmla="*/ 0 h 1349829"/>
              <a:gd name="connsiteX3" fmla="*/ 1161143 w 2579188"/>
              <a:gd name="connsiteY3" fmla="*/ 667657 h 1349829"/>
              <a:gd name="connsiteX4" fmla="*/ 1422400 w 2579188"/>
              <a:gd name="connsiteY4" fmla="*/ 986972 h 1349829"/>
              <a:gd name="connsiteX5" fmla="*/ 1814285 w 2579188"/>
              <a:gd name="connsiteY5" fmla="*/ 1219199 h 1349829"/>
              <a:gd name="connsiteX6" fmla="*/ 2365828 w 2579188"/>
              <a:gd name="connsiteY6" fmla="*/ 1320800 h 1349829"/>
              <a:gd name="connsiteX7" fmla="*/ 2579188 w 2579188"/>
              <a:gd name="connsiteY7" fmla="*/ 1342209 h 1349829"/>
              <a:gd name="connsiteX0" fmla="*/ 0 w 2579188"/>
              <a:gd name="connsiteY0" fmla="*/ 1349829 h 1349829"/>
              <a:gd name="connsiteX1" fmla="*/ 595086 w 2579188"/>
              <a:gd name="connsiteY1" fmla="*/ 1349829 h 1349829"/>
              <a:gd name="connsiteX2" fmla="*/ 885372 w 2579188"/>
              <a:gd name="connsiteY2" fmla="*/ 0 h 1349829"/>
              <a:gd name="connsiteX3" fmla="*/ 1161143 w 2579188"/>
              <a:gd name="connsiteY3" fmla="*/ 667657 h 1349829"/>
              <a:gd name="connsiteX4" fmla="*/ 1422400 w 2579188"/>
              <a:gd name="connsiteY4" fmla="*/ 986972 h 1349829"/>
              <a:gd name="connsiteX5" fmla="*/ 1814285 w 2579188"/>
              <a:gd name="connsiteY5" fmla="*/ 1219199 h 1349829"/>
              <a:gd name="connsiteX6" fmla="*/ 2365828 w 2579188"/>
              <a:gd name="connsiteY6" fmla="*/ 1320800 h 1349829"/>
              <a:gd name="connsiteX7" fmla="*/ 2579188 w 2579188"/>
              <a:gd name="connsiteY7" fmla="*/ 1342209 h 13498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579188" h="1349829">
                <a:moveTo>
                  <a:pt x="0" y="1349829"/>
                </a:moveTo>
                <a:lnTo>
                  <a:pt x="595086" y="1349829"/>
                </a:lnTo>
                <a:lnTo>
                  <a:pt x="885372" y="0"/>
                </a:lnTo>
                <a:lnTo>
                  <a:pt x="1161143" y="667657"/>
                </a:lnTo>
                <a:cubicBezTo>
                  <a:pt x="1250648" y="832152"/>
                  <a:pt x="1313543" y="895048"/>
                  <a:pt x="1422400" y="986972"/>
                </a:cubicBezTo>
                <a:cubicBezTo>
                  <a:pt x="1531257" y="1078896"/>
                  <a:pt x="1657047" y="1163561"/>
                  <a:pt x="1814285" y="1219199"/>
                </a:cubicBezTo>
                <a:cubicBezTo>
                  <a:pt x="1971523" y="1274837"/>
                  <a:pt x="2172304" y="1299028"/>
                  <a:pt x="2365828" y="1320800"/>
                </a:cubicBezTo>
                <a:cubicBezTo>
                  <a:pt x="2559352" y="1342572"/>
                  <a:pt x="2474927" y="1327452"/>
                  <a:pt x="2579188" y="1342209"/>
                </a:cubicBezTo>
              </a:path>
            </a:pathLst>
          </a:cu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lg" len="lg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1EFA6C1-1888-A204-B82D-96C819C1E06E}"/>
              </a:ext>
            </a:extLst>
          </p:cNvPr>
          <p:cNvCxnSpPr/>
          <p:nvPr/>
        </p:nvCxnSpPr>
        <p:spPr bwMode="auto">
          <a:xfrm flipV="1">
            <a:off x="7667266" y="3212663"/>
            <a:ext cx="0" cy="1278743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lg" len="lg"/>
          </a:ln>
          <a:effectLst/>
        </p:spPr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B30DDE7-4C82-ED7A-F724-12621DFE4434}"/>
              </a:ext>
            </a:extLst>
          </p:cNvPr>
          <p:cNvCxnSpPr/>
          <p:nvPr/>
        </p:nvCxnSpPr>
        <p:spPr bwMode="auto">
          <a:xfrm flipV="1">
            <a:off x="8200350" y="3212663"/>
            <a:ext cx="0" cy="1278743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lg" len="lg"/>
          </a:ln>
          <a:effectLst/>
        </p:spPr>
      </p:cxnSp>
      <p:sp>
        <p:nvSpPr>
          <p:cNvPr id="6" name="TextBox 65">
            <a:extLst>
              <a:ext uri="{FF2B5EF4-FFF2-40B4-BE49-F238E27FC236}">
                <a16:creationId xmlns:a16="http://schemas.microsoft.com/office/drawing/2014/main" id="{B09C094D-7E34-5DD5-50CF-5DDAE550DA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86054" y="4504764"/>
            <a:ext cx="875817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de-DE" altLang="de-DE" sz="1300" dirty="0">
                <a:latin typeface="Arial" panose="020B0604020202020204" pitchFamily="34" charset="0"/>
                <a:cs typeface="Arial" panose="020B0604020202020204" pitchFamily="34" charset="0"/>
              </a:rPr>
              <a:t>Transient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63DDBCB-AF44-7B13-2EE6-3AE106734066}"/>
              </a:ext>
            </a:extLst>
          </p:cNvPr>
          <p:cNvCxnSpPr/>
          <p:nvPr/>
        </p:nvCxnSpPr>
        <p:spPr bwMode="auto">
          <a:xfrm>
            <a:off x="7676494" y="4422285"/>
            <a:ext cx="489265" cy="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stealth" w="med" len="med"/>
            <a:tailEnd type="stealth" w="med" len="med"/>
          </a:ln>
          <a:effectLst/>
        </p:spPr>
      </p:cxnSp>
      <p:sp>
        <p:nvSpPr>
          <p:cNvPr id="8" name="TextBox 65">
            <a:extLst>
              <a:ext uri="{FF2B5EF4-FFF2-40B4-BE49-F238E27FC236}">
                <a16:creationId xmlns:a16="http://schemas.microsoft.com/office/drawing/2014/main" id="{68929058-C6EF-FED6-3FA1-BA420C822C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36083" y="4445145"/>
            <a:ext cx="630301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de-DE" altLang="de-DE" sz="1300" dirty="0" err="1">
                <a:latin typeface="Arial" panose="020B0604020202020204" pitchFamily="34" charset="0"/>
                <a:cs typeface="Arial" panose="020B0604020202020204" pitchFamily="34" charset="0"/>
              </a:rPr>
              <a:t>Onset</a:t>
            </a:r>
            <a:endParaRPr lang="de-DE" altLang="de-DE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65">
            <a:extLst>
              <a:ext uri="{FF2B5EF4-FFF2-40B4-BE49-F238E27FC236}">
                <a16:creationId xmlns:a16="http://schemas.microsoft.com/office/drawing/2014/main" id="{F5A8F90F-4728-1EE9-6645-480E95A692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46462" y="2697208"/>
            <a:ext cx="647934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de-DE" altLang="de-DE" sz="1300" dirty="0" err="1">
                <a:latin typeface="Arial" panose="020B0604020202020204" pitchFamily="34" charset="0"/>
                <a:cs typeface="Arial" panose="020B0604020202020204" pitchFamily="34" charset="0"/>
              </a:rPr>
              <a:t>Attack</a:t>
            </a:r>
            <a:endParaRPr lang="de-DE" altLang="de-DE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65">
            <a:extLst>
              <a:ext uri="{FF2B5EF4-FFF2-40B4-BE49-F238E27FC236}">
                <a16:creationId xmlns:a16="http://schemas.microsoft.com/office/drawing/2014/main" id="{4B409874-0701-2BB6-773B-C600539D7F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18245" y="3412573"/>
            <a:ext cx="657552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de-DE" altLang="de-DE" sz="1300" dirty="0" err="1">
                <a:latin typeface="Arial" panose="020B0604020202020204" pitchFamily="34" charset="0"/>
                <a:cs typeface="Arial" panose="020B0604020202020204" pitchFamily="34" charset="0"/>
              </a:rPr>
              <a:t>Decay</a:t>
            </a:r>
            <a:endParaRPr lang="de-DE" altLang="de-DE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340B6262-D8CE-834F-63FA-5073AAA8F802}"/>
              </a:ext>
            </a:extLst>
          </p:cNvPr>
          <p:cNvSpPr>
            <a:spLocks noChangeAspect="1"/>
          </p:cNvSpPr>
          <p:nvPr/>
        </p:nvSpPr>
        <p:spPr bwMode="auto">
          <a:xfrm>
            <a:off x="7567627" y="3874464"/>
            <a:ext cx="182880" cy="182880"/>
          </a:xfrm>
          <a:prstGeom prst="ellips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stealth" w="lg" len="lg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653CB8C-4CBE-DD08-4A2D-1152D1B017E1}"/>
              </a:ext>
            </a:extLst>
          </p:cNvPr>
          <p:cNvCxnSpPr/>
          <p:nvPr/>
        </p:nvCxnSpPr>
        <p:spPr bwMode="auto">
          <a:xfrm>
            <a:off x="7234056" y="2852623"/>
            <a:ext cx="516451" cy="216024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stealth" w="lg" len="lg"/>
          </a:ln>
          <a:effectLst/>
        </p:spPr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490BB4C-FB3F-9F38-6E54-3508A445EB73}"/>
              </a:ext>
            </a:extLst>
          </p:cNvPr>
          <p:cNvCxnSpPr/>
          <p:nvPr/>
        </p:nvCxnSpPr>
        <p:spPr bwMode="auto">
          <a:xfrm flipV="1">
            <a:off x="7116680" y="4057345"/>
            <a:ext cx="375601" cy="413869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stealth" w="lg" len="lg"/>
          </a:ln>
          <a:effectLst/>
        </p:spPr>
      </p:cxnSp>
      <p:pic>
        <p:nvPicPr>
          <p:cNvPr id="16" name="Picture 15">
            <a:extLst>
              <a:ext uri="{FF2B5EF4-FFF2-40B4-BE49-F238E27FC236}">
                <a16:creationId xmlns:a16="http://schemas.microsoft.com/office/drawing/2014/main" id="{8E2872F8-8F07-37D2-06F3-F8DFF9B03BA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1846"/>
          <a:stretch/>
        </p:blipFill>
        <p:spPr bwMode="auto">
          <a:xfrm>
            <a:off x="3147942" y="2601218"/>
            <a:ext cx="2860474" cy="2162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65">
            <a:extLst>
              <a:ext uri="{FF2B5EF4-FFF2-40B4-BE49-F238E27FC236}">
                <a16:creationId xmlns:a16="http://schemas.microsoft.com/office/drawing/2014/main" id="{E85F0764-539B-2395-C6FD-57A23F6F68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47942" y="2031300"/>
            <a:ext cx="276364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de-DE" altLang="de-DE" sz="1400" dirty="0">
                <a:latin typeface="Arial" panose="020B0604020202020204" pitchFamily="34" charset="0"/>
                <a:cs typeface="Arial" panose="020B0604020202020204" pitchFamily="34" charset="0"/>
              </a:rPr>
              <a:t>Waveform of a piano sound note</a:t>
            </a:r>
          </a:p>
        </p:txBody>
      </p:sp>
      <p:sp>
        <p:nvSpPr>
          <p:cNvPr id="13" name="TextBox 65">
            <a:extLst>
              <a:ext uri="{FF2B5EF4-FFF2-40B4-BE49-F238E27FC236}">
                <a16:creationId xmlns:a16="http://schemas.microsoft.com/office/drawing/2014/main" id="{B4715697-0C63-7A8F-B7D0-E2148AFA76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43703" y="2031301"/>
            <a:ext cx="276069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de-DE" altLang="de-DE" sz="1400" dirty="0">
                <a:latin typeface="Arial" panose="020B0604020202020204" pitchFamily="34" charset="0"/>
                <a:cs typeface="Arial" panose="020B0604020202020204" pitchFamily="34" charset="0"/>
              </a:rPr>
              <a:t>Idealized energy envelope curve</a:t>
            </a:r>
          </a:p>
        </p:txBody>
      </p:sp>
    </p:spTree>
    <p:extLst>
      <p:ext uri="{BB962C8B-B14F-4D97-AF65-F5344CB8AC3E}">
        <p14:creationId xmlns:p14="http://schemas.microsoft.com/office/powerpoint/2010/main" val="21998796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850</TotalTime>
  <Words>14</Words>
  <Application>Microsoft Office PowerPoint</Application>
  <PresentationFormat>Widescreen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Meinard Müller</dc:creator>
  <cp:lastModifiedBy>Meinard Müller</cp:lastModifiedBy>
  <cp:revision>40</cp:revision>
  <dcterms:created xsi:type="dcterms:W3CDTF">2020-04-03T09:04:02Z</dcterms:created>
  <dcterms:modified xsi:type="dcterms:W3CDTF">2025-08-19T09:31:31Z</dcterms:modified>
</cp:coreProperties>
</file>