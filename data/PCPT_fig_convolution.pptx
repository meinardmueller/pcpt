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8C8FF"/>
    <a:srgbClr val="FFC8C8"/>
    <a:srgbClr val="EAEAEA"/>
    <a:srgbClr val="FFC8FF"/>
    <a:srgbClr val="FFFFC8"/>
    <a:srgbClr val="ECF3FA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>
      <p:cViewPr varScale="1">
        <p:scale>
          <a:sx n="147" d="100"/>
          <a:sy n="147" d="100"/>
        </p:scale>
        <p:origin x="2922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2090438" y="1691359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K=3, P=0, S=1, D=1 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509F52B-0EA2-AEB6-C2AD-E869F803C868}"/>
              </a:ext>
            </a:extLst>
          </p:cNvPr>
          <p:cNvCxnSpPr>
            <a:cxnSpLocks/>
          </p:cNvCxnSpPr>
          <p:nvPr/>
        </p:nvCxnSpPr>
        <p:spPr>
          <a:xfrm flipH="1">
            <a:off x="2600509" y="2459799"/>
            <a:ext cx="361950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9BF62B5-9225-C474-C39B-D973086FF943}"/>
              </a:ext>
            </a:extLst>
          </p:cNvPr>
          <p:cNvCxnSpPr>
            <a:cxnSpLocks/>
          </p:cNvCxnSpPr>
          <p:nvPr/>
        </p:nvCxnSpPr>
        <p:spPr>
          <a:xfrm>
            <a:off x="2962459" y="2459799"/>
            <a:ext cx="4464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66F3C5C-B0E7-3FB1-0153-39C213F19725}"/>
              </a:ext>
            </a:extLst>
          </p:cNvPr>
          <p:cNvCxnSpPr>
            <a:cxnSpLocks/>
          </p:cNvCxnSpPr>
          <p:nvPr/>
        </p:nvCxnSpPr>
        <p:spPr>
          <a:xfrm>
            <a:off x="2962459" y="2459799"/>
            <a:ext cx="365153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E583230-396F-A7B9-7164-CD54058B5F1D}"/>
              </a:ext>
            </a:extLst>
          </p:cNvPr>
          <p:cNvCxnSpPr>
            <a:cxnSpLocks/>
          </p:cNvCxnSpPr>
          <p:nvPr/>
        </p:nvCxnSpPr>
        <p:spPr>
          <a:xfrm flipH="1">
            <a:off x="5866333" y="2459799"/>
            <a:ext cx="358140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CE527BA-3940-BBBA-2892-1AE1BD4046AE}"/>
              </a:ext>
            </a:extLst>
          </p:cNvPr>
          <p:cNvCxnSpPr>
            <a:cxnSpLocks/>
          </p:cNvCxnSpPr>
          <p:nvPr/>
        </p:nvCxnSpPr>
        <p:spPr>
          <a:xfrm>
            <a:off x="6224473" y="2459799"/>
            <a:ext cx="2549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2C099D2-6841-B382-8762-B6437A8F6614}"/>
              </a:ext>
            </a:extLst>
          </p:cNvPr>
          <p:cNvCxnSpPr>
            <a:cxnSpLocks/>
          </p:cNvCxnSpPr>
          <p:nvPr/>
        </p:nvCxnSpPr>
        <p:spPr>
          <a:xfrm>
            <a:off x="6224473" y="2459799"/>
            <a:ext cx="362613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59A904B-7FEE-2551-2DAF-5D4B8E1F29BA}"/>
              </a:ext>
            </a:extLst>
          </p:cNvPr>
          <p:cNvSpPr>
            <a:spLocks noChangeAspect="1"/>
          </p:cNvSpPr>
          <p:nvPr/>
        </p:nvSpPr>
        <p:spPr>
          <a:xfrm>
            <a:off x="2782114" y="2099110"/>
            <a:ext cx="360689" cy="360689"/>
          </a:xfrm>
          <a:prstGeom prst="rect">
            <a:avLst/>
          </a:prstGeom>
          <a:solidFill>
            <a:srgbClr val="FFC8C8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56BC59C-A168-2727-896F-303BAA23F9FE}"/>
              </a:ext>
            </a:extLst>
          </p:cNvPr>
          <p:cNvSpPr>
            <a:spLocks noChangeAspect="1"/>
          </p:cNvSpPr>
          <p:nvPr/>
        </p:nvSpPr>
        <p:spPr>
          <a:xfrm>
            <a:off x="3148528" y="20991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61BD2E9-A68E-22E3-C7F2-2EDA37ECEEAB}"/>
              </a:ext>
            </a:extLst>
          </p:cNvPr>
          <p:cNvSpPr>
            <a:spLocks noChangeAspect="1"/>
          </p:cNvSpPr>
          <p:nvPr/>
        </p:nvSpPr>
        <p:spPr>
          <a:xfrm>
            <a:off x="5677714" y="20991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56D53B1-8736-3362-1BE6-DFC9A58BF10A}"/>
              </a:ext>
            </a:extLst>
          </p:cNvPr>
          <p:cNvSpPr>
            <a:spLocks noChangeAspect="1"/>
          </p:cNvSpPr>
          <p:nvPr/>
        </p:nvSpPr>
        <p:spPr>
          <a:xfrm>
            <a:off x="6044128" y="2099110"/>
            <a:ext cx="360689" cy="360689"/>
          </a:xfrm>
          <a:prstGeom prst="rect">
            <a:avLst/>
          </a:prstGeom>
          <a:solidFill>
            <a:srgbClr val="FFC8C8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62D9988-D7F6-E247-80E4-9050BE1D7A4E}"/>
              </a:ext>
            </a:extLst>
          </p:cNvPr>
          <p:cNvCxnSpPr>
            <a:cxnSpLocks/>
          </p:cNvCxnSpPr>
          <p:nvPr/>
        </p:nvCxnSpPr>
        <p:spPr>
          <a:xfrm flipH="1">
            <a:off x="8127256" y="2459799"/>
            <a:ext cx="359703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39F5A9E-BA4B-8165-6313-0CDDEA9F623F}"/>
              </a:ext>
            </a:extLst>
          </p:cNvPr>
          <p:cNvCxnSpPr>
            <a:cxnSpLocks/>
          </p:cNvCxnSpPr>
          <p:nvPr/>
        </p:nvCxnSpPr>
        <p:spPr>
          <a:xfrm flipH="1">
            <a:off x="8481595" y="2459799"/>
            <a:ext cx="5364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24E0CD5-18C6-3EF7-44F0-04E7C642BB1E}"/>
              </a:ext>
            </a:extLst>
          </p:cNvPr>
          <p:cNvCxnSpPr>
            <a:cxnSpLocks/>
          </p:cNvCxnSpPr>
          <p:nvPr/>
        </p:nvCxnSpPr>
        <p:spPr>
          <a:xfrm>
            <a:off x="8486959" y="2459799"/>
            <a:ext cx="361050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7955981-9DB3-A507-656C-DE1848B36AC6}"/>
              </a:ext>
            </a:extLst>
          </p:cNvPr>
          <p:cNvSpPr>
            <a:spLocks noChangeAspect="1"/>
          </p:cNvSpPr>
          <p:nvPr/>
        </p:nvSpPr>
        <p:spPr>
          <a:xfrm>
            <a:off x="8306614" y="2099110"/>
            <a:ext cx="360689" cy="360689"/>
          </a:xfrm>
          <a:prstGeom prst="rect">
            <a:avLst/>
          </a:prstGeom>
          <a:solidFill>
            <a:srgbClr val="FFC8C8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A09970D-0A6C-0A99-5698-7E887D4D1837}"/>
              </a:ext>
            </a:extLst>
          </p:cNvPr>
          <p:cNvSpPr>
            <a:spLocks noChangeAspect="1"/>
          </p:cNvSpPr>
          <p:nvPr/>
        </p:nvSpPr>
        <p:spPr>
          <a:xfrm>
            <a:off x="8673028" y="20991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8C0F14-7705-3E12-D096-EDAB7DBA91AB}"/>
              </a:ext>
            </a:extLst>
          </p:cNvPr>
          <p:cNvSpPr>
            <a:spLocks noChangeAspect="1"/>
          </p:cNvSpPr>
          <p:nvPr/>
        </p:nvSpPr>
        <p:spPr>
          <a:xfrm>
            <a:off x="9033717" y="20991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C101082-B7B1-999B-658E-9240292E32CF}"/>
              </a:ext>
            </a:extLst>
          </p:cNvPr>
          <p:cNvSpPr>
            <a:spLocks noChangeAspect="1"/>
          </p:cNvSpPr>
          <p:nvPr/>
        </p:nvSpPr>
        <p:spPr>
          <a:xfrm>
            <a:off x="9393781" y="20991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04B1593-98DE-4318-DB05-CB996760590D}"/>
              </a:ext>
            </a:extLst>
          </p:cNvPr>
          <p:cNvCxnSpPr>
            <a:cxnSpLocks/>
          </p:cNvCxnSpPr>
          <p:nvPr/>
        </p:nvCxnSpPr>
        <p:spPr>
          <a:xfrm flipH="1">
            <a:off x="2970733" y="4202874"/>
            <a:ext cx="358140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9E526B1-7370-3A40-62E8-9755EEAC2D42}"/>
              </a:ext>
            </a:extLst>
          </p:cNvPr>
          <p:cNvCxnSpPr>
            <a:cxnSpLocks/>
          </p:cNvCxnSpPr>
          <p:nvPr/>
        </p:nvCxnSpPr>
        <p:spPr>
          <a:xfrm>
            <a:off x="3328873" y="4202874"/>
            <a:ext cx="2549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E03DE81-B8F9-4D8A-2AF8-73017A31B8BA}"/>
              </a:ext>
            </a:extLst>
          </p:cNvPr>
          <p:cNvCxnSpPr>
            <a:cxnSpLocks/>
          </p:cNvCxnSpPr>
          <p:nvPr/>
        </p:nvCxnSpPr>
        <p:spPr>
          <a:xfrm>
            <a:off x="3328873" y="4202874"/>
            <a:ext cx="362613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38C82FA-5463-8199-9371-6429227A296B}"/>
              </a:ext>
            </a:extLst>
          </p:cNvPr>
          <p:cNvCxnSpPr>
            <a:cxnSpLocks/>
          </p:cNvCxnSpPr>
          <p:nvPr/>
        </p:nvCxnSpPr>
        <p:spPr>
          <a:xfrm flipH="1">
            <a:off x="5145931" y="4202874"/>
            <a:ext cx="705806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D383BFB-B0F4-DE03-587B-583362B0EC4B}"/>
              </a:ext>
            </a:extLst>
          </p:cNvPr>
          <p:cNvCxnSpPr>
            <a:cxnSpLocks/>
          </p:cNvCxnSpPr>
          <p:nvPr/>
        </p:nvCxnSpPr>
        <p:spPr>
          <a:xfrm>
            <a:off x="5851737" y="4202874"/>
            <a:ext cx="14947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D3DFBEF-35F2-1530-3222-E889069B3A7E}"/>
              </a:ext>
            </a:extLst>
          </p:cNvPr>
          <p:cNvCxnSpPr>
            <a:cxnSpLocks/>
          </p:cNvCxnSpPr>
          <p:nvPr/>
        </p:nvCxnSpPr>
        <p:spPr>
          <a:xfrm>
            <a:off x="5851737" y="4202874"/>
            <a:ext cx="735700" cy="3632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1695241-3BC9-E0BC-653C-555293540A65}"/>
              </a:ext>
            </a:extLst>
          </p:cNvPr>
          <p:cNvSpPr>
            <a:spLocks noChangeAspect="1"/>
          </p:cNvSpPr>
          <p:nvPr/>
        </p:nvSpPr>
        <p:spPr>
          <a:xfrm>
            <a:off x="2782114" y="38421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6268858-3517-5297-A9B8-EA6AF486B13E}"/>
              </a:ext>
            </a:extLst>
          </p:cNvPr>
          <p:cNvSpPr>
            <a:spLocks noChangeAspect="1"/>
          </p:cNvSpPr>
          <p:nvPr/>
        </p:nvSpPr>
        <p:spPr>
          <a:xfrm>
            <a:off x="3148528" y="3842185"/>
            <a:ext cx="360689" cy="360689"/>
          </a:xfrm>
          <a:prstGeom prst="rect">
            <a:avLst/>
          </a:prstGeom>
          <a:solidFill>
            <a:srgbClr val="FFC8C8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2B4B6E9-C033-D1C0-13F7-6B1DC47F7FF7}"/>
              </a:ext>
            </a:extLst>
          </p:cNvPr>
          <p:cNvSpPr>
            <a:spLocks noChangeAspect="1"/>
          </p:cNvSpPr>
          <p:nvPr/>
        </p:nvSpPr>
        <p:spPr>
          <a:xfrm>
            <a:off x="5671392" y="3842185"/>
            <a:ext cx="360689" cy="360689"/>
          </a:xfrm>
          <a:prstGeom prst="rect">
            <a:avLst/>
          </a:prstGeom>
          <a:solidFill>
            <a:srgbClr val="FFC8C8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3A7969E-A15A-07CB-F47E-A52CB6DF1667}"/>
              </a:ext>
            </a:extLst>
          </p:cNvPr>
          <p:cNvSpPr>
            <a:spLocks noChangeAspect="1"/>
          </p:cNvSpPr>
          <p:nvPr/>
        </p:nvSpPr>
        <p:spPr>
          <a:xfrm>
            <a:off x="6031456" y="38421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6C6D981-B397-E98F-C406-0FA87331DC35}"/>
              </a:ext>
            </a:extLst>
          </p:cNvPr>
          <p:cNvSpPr>
            <a:spLocks noChangeAspect="1"/>
          </p:cNvSpPr>
          <p:nvPr/>
        </p:nvSpPr>
        <p:spPr>
          <a:xfrm>
            <a:off x="2420164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2DEAE9C-4F02-8F04-5028-1F2F157F5CD8}"/>
              </a:ext>
            </a:extLst>
          </p:cNvPr>
          <p:cNvSpPr>
            <a:spLocks noChangeAspect="1"/>
          </p:cNvSpPr>
          <p:nvPr/>
        </p:nvSpPr>
        <p:spPr>
          <a:xfrm>
            <a:off x="2786578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0A1BF2A-025F-65E2-CA58-87A5AFFC1340}"/>
              </a:ext>
            </a:extLst>
          </p:cNvPr>
          <p:cNvSpPr>
            <a:spLocks noChangeAspect="1"/>
          </p:cNvSpPr>
          <p:nvPr/>
        </p:nvSpPr>
        <p:spPr>
          <a:xfrm>
            <a:off x="3147267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EBA69C9-06D9-1DDE-7592-ED5F2B8AA41C}"/>
              </a:ext>
            </a:extLst>
          </p:cNvPr>
          <p:cNvSpPr>
            <a:spLocks noChangeAspect="1"/>
          </p:cNvSpPr>
          <p:nvPr/>
        </p:nvSpPr>
        <p:spPr>
          <a:xfrm>
            <a:off x="3507331" y="28230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DB2408E-8AD3-F9EF-E3ED-89BF95AEA73D}"/>
              </a:ext>
            </a:extLst>
          </p:cNvPr>
          <p:cNvSpPr>
            <a:spLocks noChangeAspect="1"/>
          </p:cNvSpPr>
          <p:nvPr/>
        </p:nvSpPr>
        <p:spPr>
          <a:xfrm>
            <a:off x="9749106" y="28230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7CB3315-F65B-042B-5923-C38D134E0ACF}"/>
              </a:ext>
            </a:extLst>
          </p:cNvPr>
          <p:cNvSpPr>
            <a:spLocks noChangeAspect="1"/>
          </p:cNvSpPr>
          <p:nvPr/>
        </p:nvSpPr>
        <p:spPr>
          <a:xfrm>
            <a:off x="7946911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7D909FF-0090-1D2A-D30B-58B798B04306}"/>
              </a:ext>
            </a:extLst>
          </p:cNvPr>
          <p:cNvSpPr>
            <a:spLocks noChangeAspect="1"/>
          </p:cNvSpPr>
          <p:nvPr/>
        </p:nvSpPr>
        <p:spPr>
          <a:xfrm>
            <a:off x="8301250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CD25500-8C4C-C253-0B71-294E71CA1F93}"/>
              </a:ext>
            </a:extLst>
          </p:cNvPr>
          <p:cNvSpPr>
            <a:spLocks noChangeAspect="1"/>
          </p:cNvSpPr>
          <p:nvPr/>
        </p:nvSpPr>
        <p:spPr>
          <a:xfrm>
            <a:off x="8667664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15B59BD-9B56-8EFA-453F-FEC54C3E193C}"/>
              </a:ext>
            </a:extLst>
          </p:cNvPr>
          <p:cNvSpPr>
            <a:spLocks noChangeAspect="1"/>
          </p:cNvSpPr>
          <p:nvPr/>
        </p:nvSpPr>
        <p:spPr>
          <a:xfrm>
            <a:off x="9028353" y="28230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479551F-6161-A831-3A73-77FF59BB909C}"/>
              </a:ext>
            </a:extLst>
          </p:cNvPr>
          <p:cNvSpPr>
            <a:spLocks noChangeAspect="1"/>
          </p:cNvSpPr>
          <p:nvPr/>
        </p:nvSpPr>
        <p:spPr>
          <a:xfrm>
            <a:off x="9388417" y="28230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8A27A22-EF60-8445-EAC5-4D4DDAF98C0F}"/>
              </a:ext>
            </a:extLst>
          </p:cNvPr>
          <p:cNvSpPr>
            <a:spLocks noChangeAspect="1"/>
          </p:cNvSpPr>
          <p:nvPr/>
        </p:nvSpPr>
        <p:spPr>
          <a:xfrm>
            <a:off x="5319574" y="2823010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8DBBB70-2281-47D4-0AEB-A32FF3A2F0A5}"/>
              </a:ext>
            </a:extLst>
          </p:cNvPr>
          <p:cNvSpPr>
            <a:spLocks noChangeAspect="1"/>
          </p:cNvSpPr>
          <p:nvPr/>
        </p:nvSpPr>
        <p:spPr>
          <a:xfrm>
            <a:off x="5685988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D95AF9F-B6E0-513D-0B43-8C8D76537FED}"/>
              </a:ext>
            </a:extLst>
          </p:cNvPr>
          <p:cNvSpPr>
            <a:spLocks noChangeAspect="1"/>
          </p:cNvSpPr>
          <p:nvPr/>
        </p:nvSpPr>
        <p:spPr>
          <a:xfrm>
            <a:off x="6046677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1F5ACFA-8EFE-176B-EBCC-0D3F9CE49793}"/>
              </a:ext>
            </a:extLst>
          </p:cNvPr>
          <p:cNvSpPr>
            <a:spLocks noChangeAspect="1"/>
          </p:cNvSpPr>
          <p:nvPr/>
        </p:nvSpPr>
        <p:spPr>
          <a:xfrm>
            <a:off x="6406741" y="2823010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7FAE2D7-021A-8401-0583-C2C594EAAEE3}"/>
              </a:ext>
            </a:extLst>
          </p:cNvPr>
          <p:cNvSpPr>
            <a:spLocks noChangeAspect="1"/>
          </p:cNvSpPr>
          <p:nvPr/>
        </p:nvSpPr>
        <p:spPr>
          <a:xfrm>
            <a:off x="6767781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EA791B2-F2F1-A71C-2E0F-61EEEEBB2504}"/>
              </a:ext>
            </a:extLst>
          </p:cNvPr>
          <p:cNvSpPr>
            <a:spLocks noChangeAspect="1"/>
          </p:cNvSpPr>
          <p:nvPr/>
        </p:nvSpPr>
        <p:spPr>
          <a:xfrm>
            <a:off x="4965586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41FABB7-1EF9-0DDE-9375-6292832F05D0}"/>
              </a:ext>
            </a:extLst>
          </p:cNvPr>
          <p:cNvSpPr>
            <a:spLocks noChangeAspect="1"/>
          </p:cNvSpPr>
          <p:nvPr/>
        </p:nvSpPr>
        <p:spPr>
          <a:xfrm>
            <a:off x="5319925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967C27B-6390-15E9-B209-312CE80D9AC0}"/>
              </a:ext>
            </a:extLst>
          </p:cNvPr>
          <p:cNvSpPr>
            <a:spLocks noChangeAspect="1"/>
          </p:cNvSpPr>
          <p:nvPr/>
        </p:nvSpPr>
        <p:spPr>
          <a:xfrm>
            <a:off x="5686339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F9E50C1-A9D5-D8EC-4000-BD3FCF75F2E8}"/>
              </a:ext>
            </a:extLst>
          </p:cNvPr>
          <p:cNvSpPr>
            <a:spLocks noChangeAspect="1"/>
          </p:cNvSpPr>
          <p:nvPr/>
        </p:nvSpPr>
        <p:spPr>
          <a:xfrm>
            <a:off x="6047028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B2845E1-9BE9-4875-AF5E-9D237B077907}"/>
              </a:ext>
            </a:extLst>
          </p:cNvPr>
          <p:cNvSpPr>
            <a:spLocks noChangeAspect="1"/>
          </p:cNvSpPr>
          <p:nvPr/>
        </p:nvSpPr>
        <p:spPr>
          <a:xfrm>
            <a:off x="6407092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C4773F5-9064-2FF9-DB7C-5AA5F92FC067}"/>
              </a:ext>
            </a:extLst>
          </p:cNvPr>
          <p:cNvSpPr>
            <a:spLocks noChangeAspect="1"/>
          </p:cNvSpPr>
          <p:nvPr/>
        </p:nvSpPr>
        <p:spPr>
          <a:xfrm>
            <a:off x="3871830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6AE3DEE-B167-E78B-6EE1-FC4E192A9EB4}"/>
              </a:ext>
            </a:extLst>
          </p:cNvPr>
          <p:cNvSpPr>
            <a:spLocks noChangeAspect="1"/>
          </p:cNvSpPr>
          <p:nvPr/>
        </p:nvSpPr>
        <p:spPr>
          <a:xfrm>
            <a:off x="2069635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10E314D-E3C5-2D54-A757-339D5FFCDE37}"/>
              </a:ext>
            </a:extLst>
          </p:cNvPr>
          <p:cNvSpPr>
            <a:spLocks noChangeAspect="1"/>
          </p:cNvSpPr>
          <p:nvPr/>
        </p:nvSpPr>
        <p:spPr>
          <a:xfrm>
            <a:off x="2423974" y="4566085"/>
            <a:ext cx="360689" cy="360689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B49EF2C-F22D-037C-A5FC-42B51104D859}"/>
              </a:ext>
            </a:extLst>
          </p:cNvPr>
          <p:cNvSpPr>
            <a:spLocks noChangeAspect="1"/>
          </p:cNvSpPr>
          <p:nvPr/>
        </p:nvSpPr>
        <p:spPr>
          <a:xfrm>
            <a:off x="2790388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5161BEC-0326-34B3-8C2B-67764CB291F3}"/>
              </a:ext>
            </a:extLst>
          </p:cNvPr>
          <p:cNvSpPr>
            <a:spLocks noChangeAspect="1"/>
          </p:cNvSpPr>
          <p:nvPr/>
        </p:nvSpPr>
        <p:spPr>
          <a:xfrm>
            <a:off x="3151077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31D94D5-A955-F40E-BC6E-5823C2B08179}"/>
              </a:ext>
            </a:extLst>
          </p:cNvPr>
          <p:cNvSpPr>
            <a:spLocks noChangeAspect="1"/>
          </p:cNvSpPr>
          <p:nvPr/>
        </p:nvSpPr>
        <p:spPr>
          <a:xfrm>
            <a:off x="3511141" y="4566085"/>
            <a:ext cx="360689" cy="360689"/>
          </a:xfrm>
          <a:prstGeom prst="rect">
            <a:avLst/>
          </a:prstGeom>
          <a:solidFill>
            <a:srgbClr val="C8C8FF"/>
          </a:solidFill>
          <a:ln w="254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991BEAB-EBEA-7597-F0CA-23AB28D961C0}"/>
              </a:ext>
            </a:extLst>
          </p:cNvPr>
          <p:cNvSpPr/>
          <p:nvPr/>
        </p:nvSpPr>
        <p:spPr>
          <a:xfrm>
            <a:off x="8060244" y="3923846"/>
            <a:ext cx="1905552" cy="819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5659A32-C05B-5D4F-A119-A7AF855CF79F}"/>
              </a:ext>
            </a:extLst>
          </p:cNvPr>
          <p:cNvCxnSpPr>
            <a:cxnSpLocks/>
          </p:cNvCxnSpPr>
          <p:nvPr/>
        </p:nvCxnSpPr>
        <p:spPr>
          <a:xfrm flipH="1">
            <a:off x="8128501" y="4581071"/>
            <a:ext cx="361672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563B91A-CEAC-0178-46C7-ECB8F02A6DF1}"/>
              </a:ext>
            </a:extLst>
          </p:cNvPr>
          <p:cNvCxnSpPr>
            <a:cxnSpLocks/>
          </p:cNvCxnSpPr>
          <p:nvPr/>
        </p:nvCxnSpPr>
        <p:spPr>
          <a:xfrm flipH="1">
            <a:off x="8128501" y="4333421"/>
            <a:ext cx="36167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C9A27F5E-B0BC-D7DB-7727-F2B618663D36}"/>
              </a:ext>
            </a:extLst>
          </p:cNvPr>
          <p:cNvSpPr txBox="1"/>
          <p:nvPr/>
        </p:nvSpPr>
        <p:spPr>
          <a:xfrm>
            <a:off x="8484433" y="4423521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A89A784-ADBF-30B4-9197-D74CF7439975}"/>
              </a:ext>
            </a:extLst>
          </p:cNvPr>
          <p:cNvSpPr txBox="1"/>
          <p:nvPr/>
        </p:nvSpPr>
        <p:spPr>
          <a:xfrm>
            <a:off x="8484433" y="4175871"/>
            <a:ext cx="1303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D9CF5B8-0791-432B-0B88-AD1CFFFDB739}"/>
              </a:ext>
            </a:extLst>
          </p:cNvPr>
          <p:cNvSpPr txBox="1"/>
          <p:nvPr/>
        </p:nvSpPr>
        <p:spPr>
          <a:xfrm>
            <a:off x="8484433" y="3924473"/>
            <a:ext cx="1527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Receptive field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FC8720AE-CE69-EADF-86E8-CE8B10CBAE93}"/>
              </a:ext>
            </a:extLst>
          </p:cNvPr>
          <p:cNvCxnSpPr>
            <a:cxnSpLocks/>
          </p:cNvCxnSpPr>
          <p:nvPr/>
        </p:nvCxnSpPr>
        <p:spPr>
          <a:xfrm flipH="1">
            <a:off x="8128501" y="4085770"/>
            <a:ext cx="36167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692CC6D4-2A7A-01FA-66DF-134A9EC355DC}"/>
              </a:ext>
            </a:extLst>
          </p:cNvPr>
          <p:cNvSpPr txBox="1"/>
          <p:nvPr/>
        </p:nvSpPr>
        <p:spPr>
          <a:xfrm>
            <a:off x="4995563" y="1691359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K=3, P=0, S=1, D=1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A7DC16B-A711-F870-915D-637B80141D18}"/>
              </a:ext>
            </a:extLst>
          </p:cNvPr>
          <p:cNvSpPr txBox="1"/>
          <p:nvPr/>
        </p:nvSpPr>
        <p:spPr>
          <a:xfrm>
            <a:off x="8005463" y="1691359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K=3, P=1, S=1, D=1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1008E8F-0CCA-0DC9-BA18-FE6368CD2994}"/>
              </a:ext>
            </a:extLst>
          </p:cNvPr>
          <p:cNvSpPr txBox="1"/>
          <p:nvPr/>
        </p:nvSpPr>
        <p:spPr>
          <a:xfrm>
            <a:off x="2090438" y="3424909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K=3, P=1, S=2,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D=1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9E63C3C-307F-07BD-4955-4D63588942BD}"/>
              </a:ext>
            </a:extLst>
          </p:cNvPr>
          <p:cNvSpPr txBox="1"/>
          <p:nvPr/>
        </p:nvSpPr>
        <p:spPr>
          <a:xfrm>
            <a:off x="4995563" y="3424909"/>
            <a:ext cx="2023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K=3, P=1, S=1, D=2</a:t>
            </a:r>
          </a:p>
        </p:txBody>
      </p:sp>
    </p:spTree>
    <p:extLst>
      <p:ext uri="{BB962C8B-B14F-4D97-AF65-F5344CB8AC3E}">
        <p14:creationId xmlns:p14="http://schemas.microsoft.com/office/powerpoint/2010/main" val="255290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Strahl, Sebastian</cp:lastModifiedBy>
  <cp:revision>39</cp:revision>
  <dcterms:created xsi:type="dcterms:W3CDTF">2020-04-03T09:04:02Z</dcterms:created>
  <dcterms:modified xsi:type="dcterms:W3CDTF">2026-02-18T08:15:17Z</dcterms:modified>
</cp:coreProperties>
</file>